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7" r:id="rId2"/>
  </p:sldIdLst>
  <p:sldSz cx="10691813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58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7B16D6-5C00-5030-7F6A-2DBB30C50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477" y="1122363"/>
            <a:ext cx="8018860" cy="2387600"/>
          </a:xfrm>
        </p:spPr>
        <p:txBody>
          <a:bodyPr anchor="b"/>
          <a:lstStyle>
            <a:lvl1pPr algn="ctr">
              <a:defRPr sz="5262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727F3B-CE02-72A7-E187-A5E2877427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477" y="3602038"/>
            <a:ext cx="8018860" cy="1655762"/>
          </a:xfrm>
        </p:spPr>
        <p:txBody>
          <a:bodyPr/>
          <a:lstStyle>
            <a:lvl1pPr marL="0" indent="0" algn="ctr">
              <a:buNone/>
              <a:defRPr sz="2105"/>
            </a:lvl1pPr>
            <a:lvl2pPr marL="400964" indent="0" algn="ctr">
              <a:buNone/>
              <a:defRPr sz="1754"/>
            </a:lvl2pPr>
            <a:lvl3pPr marL="801929" indent="0" algn="ctr">
              <a:buNone/>
              <a:defRPr sz="1579"/>
            </a:lvl3pPr>
            <a:lvl4pPr marL="1202893" indent="0" algn="ctr">
              <a:buNone/>
              <a:defRPr sz="1403"/>
            </a:lvl4pPr>
            <a:lvl5pPr marL="1603858" indent="0" algn="ctr">
              <a:buNone/>
              <a:defRPr sz="1403"/>
            </a:lvl5pPr>
            <a:lvl6pPr marL="2004822" indent="0" algn="ctr">
              <a:buNone/>
              <a:defRPr sz="1403"/>
            </a:lvl6pPr>
            <a:lvl7pPr marL="2405786" indent="0" algn="ctr">
              <a:buNone/>
              <a:defRPr sz="1403"/>
            </a:lvl7pPr>
            <a:lvl8pPr marL="2806751" indent="0" algn="ctr">
              <a:buNone/>
              <a:defRPr sz="1403"/>
            </a:lvl8pPr>
            <a:lvl9pPr marL="3207715" indent="0" algn="ctr">
              <a:buNone/>
              <a:defRPr sz="1403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1338E4-A2C5-E662-4728-4921AA2B1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B329C-0FFD-4C27-8F8E-76C0FF64F23B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57AF50-A01F-E741-69C2-0B6F332C3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02C5CD-F9BE-8DA9-4E5B-FD3F8E558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0008-955E-460A-A51D-00199B21B1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8713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2DB6BC-43F1-7313-57C8-C43D94F30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F9AE74-ECFE-FF6F-EB3F-CB40C145A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C322BC-181D-C504-7EF5-6F20C082D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B329C-0FFD-4C27-8F8E-76C0FF64F23B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2E56A4-7DBD-E4EC-A8DD-6C8792E5A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6715F4-75EA-9FFE-72D5-9B2B2FF5C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0008-955E-460A-A51D-00199B21B1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861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414EC7-97F5-0170-51F2-31DB77AF8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93" y="1709739"/>
            <a:ext cx="9221689" cy="2852737"/>
          </a:xfrm>
        </p:spPr>
        <p:txBody>
          <a:bodyPr anchor="b"/>
          <a:lstStyle>
            <a:lvl1pPr>
              <a:defRPr sz="5262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4D3F12-4127-F2C4-2964-237692059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93" y="4589464"/>
            <a:ext cx="9221689" cy="1500187"/>
          </a:xfrm>
        </p:spPr>
        <p:txBody>
          <a:bodyPr/>
          <a:lstStyle>
            <a:lvl1pPr marL="0" indent="0">
              <a:buNone/>
              <a:defRPr sz="2105">
                <a:solidFill>
                  <a:schemeClr val="tx1">
                    <a:tint val="82000"/>
                  </a:schemeClr>
                </a:solidFill>
              </a:defRPr>
            </a:lvl1pPr>
            <a:lvl2pPr marL="400964" indent="0">
              <a:buNone/>
              <a:defRPr sz="1754">
                <a:solidFill>
                  <a:schemeClr val="tx1">
                    <a:tint val="82000"/>
                  </a:schemeClr>
                </a:solidFill>
              </a:defRPr>
            </a:lvl2pPr>
            <a:lvl3pPr marL="801929" indent="0">
              <a:buNone/>
              <a:defRPr sz="1579">
                <a:solidFill>
                  <a:schemeClr val="tx1">
                    <a:tint val="82000"/>
                  </a:schemeClr>
                </a:solidFill>
              </a:defRPr>
            </a:lvl3pPr>
            <a:lvl4pPr marL="1202893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4pPr>
            <a:lvl5pPr marL="1603858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5pPr>
            <a:lvl6pPr marL="2004822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6pPr>
            <a:lvl7pPr marL="2405786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7pPr>
            <a:lvl8pPr marL="2806751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8pPr>
            <a:lvl9pPr marL="3207715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4C8E09-EBA5-426A-6D15-9A6762343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B329C-0FFD-4C27-8F8E-76C0FF64F23B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0F58F5-1AB6-1CED-7825-C5BAABD1C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DF7856-D06E-8B6F-BF89-861AE5F5E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0008-955E-460A-A51D-00199B21B1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659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A75D7C-0673-D8B2-CADB-64F5C8167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CFBE89-BF55-66CC-DA52-C17FFEA56E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5062" y="1825625"/>
            <a:ext cx="4544021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4AB06E-A266-0622-70C8-7D8D54D50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2730" y="1825625"/>
            <a:ext cx="4544021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46948D-83BC-615A-34EB-1FACDC9D1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B329C-0FFD-4C27-8F8E-76C0FF64F23B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BEA644-7667-7523-E039-C15B68C7C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87B743-03F3-BB43-A150-1994BBFDB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0008-955E-460A-A51D-00199B21B1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528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4C05ED-4254-831F-982E-FD0AD1287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5" y="365126"/>
            <a:ext cx="9221689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495E3B-C704-FAB4-2D4E-22561B3B3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6455" y="1681163"/>
            <a:ext cx="4523138" cy="823912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0964" indent="0">
              <a:buNone/>
              <a:defRPr sz="1754" b="1"/>
            </a:lvl2pPr>
            <a:lvl3pPr marL="801929" indent="0">
              <a:buNone/>
              <a:defRPr sz="1579" b="1"/>
            </a:lvl3pPr>
            <a:lvl4pPr marL="1202893" indent="0">
              <a:buNone/>
              <a:defRPr sz="1403" b="1"/>
            </a:lvl4pPr>
            <a:lvl5pPr marL="1603858" indent="0">
              <a:buNone/>
              <a:defRPr sz="1403" b="1"/>
            </a:lvl5pPr>
            <a:lvl6pPr marL="2004822" indent="0">
              <a:buNone/>
              <a:defRPr sz="1403" b="1"/>
            </a:lvl6pPr>
            <a:lvl7pPr marL="2405786" indent="0">
              <a:buNone/>
              <a:defRPr sz="1403" b="1"/>
            </a:lvl7pPr>
            <a:lvl8pPr marL="2806751" indent="0">
              <a:buNone/>
              <a:defRPr sz="1403" b="1"/>
            </a:lvl8pPr>
            <a:lvl9pPr marL="3207715" indent="0">
              <a:buNone/>
              <a:defRPr sz="140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E4F705-D3BA-A080-D4DF-6EEE60D346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6455" y="2505075"/>
            <a:ext cx="452313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2154B3-A6A4-82BF-46A5-BC0013DBED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2730" y="1681163"/>
            <a:ext cx="4545413" cy="823912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0964" indent="0">
              <a:buNone/>
              <a:defRPr sz="1754" b="1"/>
            </a:lvl2pPr>
            <a:lvl3pPr marL="801929" indent="0">
              <a:buNone/>
              <a:defRPr sz="1579" b="1"/>
            </a:lvl3pPr>
            <a:lvl4pPr marL="1202893" indent="0">
              <a:buNone/>
              <a:defRPr sz="1403" b="1"/>
            </a:lvl4pPr>
            <a:lvl5pPr marL="1603858" indent="0">
              <a:buNone/>
              <a:defRPr sz="1403" b="1"/>
            </a:lvl5pPr>
            <a:lvl6pPr marL="2004822" indent="0">
              <a:buNone/>
              <a:defRPr sz="1403" b="1"/>
            </a:lvl6pPr>
            <a:lvl7pPr marL="2405786" indent="0">
              <a:buNone/>
              <a:defRPr sz="1403" b="1"/>
            </a:lvl7pPr>
            <a:lvl8pPr marL="2806751" indent="0">
              <a:buNone/>
              <a:defRPr sz="1403" b="1"/>
            </a:lvl8pPr>
            <a:lvl9pPr marL="3207715" indent="0">
              <a:buNone/>
              <a:defRPr sz="140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D397BE2-86E7-2DF4-F35E-63CE8D2A64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412730" y="2505075"/>
            <a:ext cx="4545413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5BDB50B-0C44-A7ED-85D3-4B249BE81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B329C-0FFD-4C27-8F8E-76C0FF64F23B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B85D5C-65FE-A462-7ADE-21E314DF6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00C8A06-FBDB-69CD-0563-35C407952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0008-955E-460A-A51D-00199B21B1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670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EBDCAC-7C60-81A8-590E-483337D5F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A5BFB06-3D92-335E-CAED-F10FB2C12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B329C-0FFD-4C27-8F8E-76C0FF64F23B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1198FF-DD62-1054-96EE-DF45C4514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A2C5554-C563-8F99-5851-6C108C8A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0008-955E-460A-A51D-00199B21B1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547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3C5C78C-3FC7-8428-55C6-13CFF231F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B329C-0FFD-4C27-8F8E-76C0FF64F23B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C7BF5BA-33CD-48F6-37AF-3CC18F219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947FF1-E111-3B71-EE33-03FD6639D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0008-955E-460A-A51D-00199B21B1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7148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0CD9CF-0312-D975-3830-44A42CB00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5" y="457200"/>
            <a:ext cx="3448388" cy="1600200"/>
          </a:xfrm>
        </p:spPr>
        <p:txBody>
          <a:bodyPr anchor="b"/>
          <a:lstStyle>
            <a:lvl1pPr>
              <a:defRPr sz="2806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124B52-C359-B875-C2FE-58BAD2918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5413" y="987426"/>
            <a:ext cx="5412730" cy="4873625"/>
          </a:xfrm>
        </p:spPr>
        <p:txBody>
          <a:bodyPr/>
          <a:lstStyle>
            <a:lvl1pPr>
              <a:defRPr sz="2806"/>
            </a:lvl1pPr>
            <a:lvl2pPr>
              <a:defRPr sz="2456"/>
            </a:lvl2pPr>
            <a:lvl3pPr>
              <a:defRPr sz="2105"/>
            </a:lvl3pPr>
            <a:lvl4pPr>
              <a:defRPr sz="1754"/>
            </a:lvl4pPr>
            <a:lvl5pPr>
              <a:defRPr sz="1754"/>
            </a:lvl5pPr>
            <a:lvl6pPr>
              <a:defRPr sz="1754"/>
            </a:lvl6pPr>
            <a:lvl7pPr>
              <a:defRPr sz="1754"/>
            </a:lvl7pPr>
            <a:lvl8pPr>
              <a:defRPr sz="1754"/>
            </a:lvl8pPr>
            <a:lvl9pPr>
              <a:defRPr sz="175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FDBFB0-8E18-8D3C-D992-2BC438C5B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455" y="2057400"/>
            <a:ext cx="3448388" cy="3811588"/>
          </a:xfrm>
        </p:spPr>
        <p:txBody>
          <a:bodyPr/>
          <a:lstStyle>
            <a:lvl1pPr marL="0" indent="0">
              <a:buNone/>
              <a:defRPr sz="1403"/>
            </a:lvl1pPr>
            <a:lvl2pPr marL="400964" indent="0">
              <a:buNone/>
              <a:defRPr sz="1228"/>
            </a:lvl2pPr>
            <a:lvl3pPr marL="801929" indent="0">
              <a:buNone/>
              <a:defRPr sz="1052"/>
            </a:lvl3pPr>
            <a:lvl4pPr marL="1202893" indent="0">
              <a:buNone/>
              <a:defRPr sz="877"/>
            </a:lvl4pPr>
            <a:lvl5pPr marL="1603858" indent="0">
              <a:buNone/>
              <a:defRPr sz="877"/>
            </a:lvl5pPr>
            <a:lvl6pPr marL="2004822" indent="0">
              <a:buNone/>
              <a:defRPr sz="877"/>
            </a:lvl6pPr>
            <a:lvl7pPr marL="2405786" indent="0">
              <a:buNone/>
              <a:defRPr sz="877"/>
            </a:lvl7pPr>
            <a:lvl8pPr marL="2806751" indent="0">
              <a:buNone/>
              <a:defRPr sz="877"/>
            </a:lvl8pPr>
            <a:lvl9pPr marL="3207715" indent="0">
              <a:buNone/>
              <a:defRPr sz="87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283D3B-EA1E-85A8-168D-76157C649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B329C-0FFD-4C27-8F8E-76C0FF64F23B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2EC621-0380-A35C-D86F-3CBD696FA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175EED-4B24-5778-B8E6-07F897492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0008-955E-460A-A51D-00199B21B1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4552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DAC99C-4F66-6276-2BB4-0ABB1C28F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5" y="457200"/>
            <a:ext cx="3448388" cy="1600200"/>
          </a:xfrm>
        </p:spPr>
        <p:txBody>
          <a:bodyPr anchor="b"/>
          <a:lstStyle>
            <a:lvl1pPr>
              <a:defRPr sz="2806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61A26B-2A4F-DCFE-DA19-D863E86212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45413" y="987426"/>
            <a:ext cx="5412730" cy="4873625"/>
          </a:xfrm>
        </p:spPr>
        <p:txBody>
          <a:bodyPr/>
          <a:lstStyle>
            <a:lvl1pPr marL="0" indent="0">
              <a:buNone/>
              <a:defRPr sz="2806"/>
            </a:lvl1pPr>
            <a:lvl2pPr marL="400964" indent="0">
              <a:buNone/>
              <a:defRPr sz="2456"/>
            </a:lvl2pPr>
            <a:lvl3pPr marL="801929" indent="0">
              <a:buNone/>
              <a:defRPr sz="2105"/>
            </a:lvl3pPr>
            <a:lvl4pPr marL="1202893" indent="0">
              <a:buNone/>
              <a:defRPr sz="1754"/>
            </a:lvl4pPr>
            <a:lvl5pPr marL="1603858" indent="0">
              <a:buNone/>
              <a:defRPr sz="1754"/>
            </a:lvl5pPr>
            <a:lvl6pPr marL="2004822" indent="0">
              <a:buNone/>
              <a:defRPr sz="1754"/>
            </a:lvl6pPr>
            <a:lvl7pPr marL="2405786" indent="0">
              <a:buNone/>
              <a:defRPr sz="1754"/>
            </a:lvl7pPr>
            <a:lvl8pPr marL="2806751" indent="0">
              <a:buNone/>
              <a:defRPr sz="1754"/>
            </a:lvl8pPr>
            <a:lvl9pPr marL="3207715" indent="0">
              <a:buNone/>
              <a:defRPr sz="1754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F693E8-62B9-61F3-AB32-D9E7781B3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455" y="2057400"/>
            <a:ext cx="3448388" cy="3811588"/>
          </a:xfrm>
        </p:spPr>
        <p:txBody>
          <a:bodyPr/>
          <a:lstStyle>
            <a:lvl1pPr marL="0" indent="0">
              <a:buNone/>
              <a:defRPr sz="1403"/>
            </a:lvl1pPr>
            <a:lvl2pPr marL="400964" indent="0">
              <a:buNone/>
              <a:defRPr sz="1228"/>
            </a:lvl2pPr>
            <a:lvl3pPr marL="801929" indent="0">
              <a:buNone/>
              <a:defRPr sz="1052"/>
            </a:lvl3pPr>
            <a:lvl4pPr marL="1202893" indent="0">
              <a:buNone/>
              <a:defRPr sz="877"/>
            </a:lvl4pPr>
            <a:lvl5pPr marL="1603858" indent="0">
              <a:buNone/>
              <a:defRPr sz="877"/>
            </a:lvl5pPr>
            <a:lvl6pPr marL="2004822" indent="0">
              <a:buNone/>
              <a:defRPr sz="877"/>
            </a:lvl6pPr>
            <a:lvl7pPr marL="2405786" indent="0">
              <a:buNone/>
              <a:defRPr sz="877"/>
            </a:lvl7pPr>
            <a:lvl8pPr marL="2806751" indent="0">
              <a:buNone/>
              <a:defRPr sz="877"/>
            </a:lvl8pPr>
            <a:lvl9pPr marL="3207715" indent="0">
              <a:buNone/>
              <a:defRPr sz="87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013E46-0DC8-0097-B8C8-E3C3754ED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B329C-0FFD-4C27-8F8E-76C0FF64F23B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84BC7F-4AA4-24C8-B6A7-54C1A9CC7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0E8585-2B29-959A-F639-DD1ED152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0008-955E-460A-A51D-00199B21B1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102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C01249-94F8-327F-6034-E06BE5F42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477705-5485-84B4-73D0-C73555ECC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AEE739-1AAE-E23A-C855-F066A4ABE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B329C-0FFD-4C27-8F8E-76C0FF64F23B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7C236E-DCD2-84A1-76E4-794ABEDBC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579D24-C1B8-1965-B137-30BF45506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0008-955E-460A-A51D-00199B21B1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3738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69F2843-F299-1B37-D34B-E2BE92206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51329" y="365125"/>
            <a:ext cx="2305422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16D3141-1BEE-4E2F-6A87-F3C6738ED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5062" y="365125"/>
            <a:ext cx="6782619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7A4463-374A-15A5-D48B-6108662FA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B329C-0FFD-4C27-8F8E-76C0FF64F23B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0BDD9D-2044-8CA7-7F1A-A7086C4B6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F13925-F67C-BE07-494F-11371F88F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0008-955E-460A-A51D-00199B21B1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915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10AFF71-5829-79AF-27C6-F39C4BC89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62" y="365126"/>
            <a:ext cx="922168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0BE96F-B982-96F9-B031-E0847E027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5062" y="1825625"/>
            <a:ext cx="922168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BC3DB2-4320-8815-686D-7565596A9C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5062" y="6356351"/>
            <a:ext cx="2405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7B329C-0FFD-4C27-8F8E-76C0FF64F23B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7B233A-B52D-9647-992F-FAF2629546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41663" y="6356351"/>
            <a:ext cx="36084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242B3C-4AEB-4E18-9656-9A4AADA2C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51093" y="6356351"/>
            <a:ext cx="2405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850008-955E-460A-A51D-00199B21B1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46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801929" rtl="0" eaLnBrk="1" latinLnBrk="0" hangingPunct="1">
        <a:lnSpc>
          <a:spcPct val="90000"/>
        </a:lnSpc>
        <a:spcBef>
          <a:spcPct val="0"/>
        </a:spcBef>
        <a:buNone/>
        <a:defRPr sz="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0482" indent="-200482" algn="l" defTabSz="801929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+mn-lt"/>
          <a:ea typeface="+mn-ea"/>
          <a:cs typeface="+mn-cs"/>
        </a:defRPr>
      </a:lvl1pPr>
      <a:lvl2pPr marL="601447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02411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403375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804340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205304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606269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3007233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408197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0964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1929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2893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3858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4822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5786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6751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7715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913E4-8475-B8C3-3C01-7B939F047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2200875-36EA-14E9-0CC3-742915C68F96}"/>
              </a:ext>
            </a:extLst>
          </p:cNvPr>
          <p:cNvCxnSpPr>
            <a:cxnSpLocks/>
          </p:cNvCxnSpPr>
          <p:nvPr/>
        </p:nvCxnSpPr>
        <p:spPr>
          <a:xfrm>
            <a:off x="100229" y="2303839"/>
            <a:ext cx="101395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8F5902CF-43B4-8D96-E51D-2873ED39808E}"/>
              </a:ext>
            </a:extLst>
          </p:cNvPr>
          <p:cNvSpPr txBox="1"/>
          <p:nvPr/>
        </p:nvSpPr>
        <p:spPr>
          <a:xfrm>
            <a:off x="29462" y="3862130"/>
            <a:ext cx="20291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rgbClr val="000000"/>
                </a:solidFill>
                <a:latin typeface="等线" panose="02010600030101010101" pitchFamily="2" charset="-122"/>
              </a:rPr>
              <a:t>Fitle: Virtual Try-On Clothes</a:t>
            </a:r>
            <a:endParaRPr lang="zh-CN" altLang="en-US" sz="12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5A5827-0B5C-C4EB-BE59-2937A5822BF2}"/>
              </a:ext>
            </a:extLst>
          </p:cNvPr>
          <p:cNvSpPr txBox="1"/>
          <p:nvPr/>
        </p:nvSpPr>
        <p:spPr>
          <a:xfrm>
            <a:off x="29464" y="5788544"/>
            <a:ext cx="20291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rgbClr val="000000"/>
                </a:solidFill>
                <a:latin typeface="等线" panose="02010600030101010101" pitchFamily="2" charset="-122"/>
              </a:rPr>
              <a:t>AI Try-On - Virtual Dressing</a:t>
            </a:r>
            <a:endParaRPr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3225EEB-B039-BD02-4AEC-70BC4842334D}"/>
              </a:ext>
            </a:extLst>
          </p:cNvPr>
          <p:cNvSpPr txBox="1"/>
          <p:nvPr/>
        </p:nvSpPr>
        <p:spPr>
          <a:xfrm>
            <a:off x="203620" y="2898922"/>
            <a:ext cx="16808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rgbClr val="000000"/>
                </a:solidFill>
                <a:latin typeface="等线" panose="02010600030101010101" pitchFamily="2" charset="-122"/>
              </a:rPr>
              <a:t>GetWardrobe</a:t>
            </a:r>
            <a:endParaRPr lang="zh-CN" altLang="en-US" sz="1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29F7399-11E2-C1E9-83BB-01BC8161B42B}"/>
              </a:ext>
            </a:extLst>
          </p:cNvPr>
          <p:cNvSpPr txBox="1"/>
          <p:nvPr/>
        </p:nvSpPr>
        <p:spPr>
          <a:xfrm>
            <a:off x="203620" y="4825338"/>
            <a:ext cx="16808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0" i="0" u="none" strike="noStrike" baseline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DaDa</a:t>
            </a:r>
            <a:endParaRPr lang="zh-CN" altLang="en-US" sz="12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7821C82-0BB5-974F-1D74-C76860B3AB47}"/>
              </a:ext>
            </a:extLst>
          </p:cNvPr>
          <p:cNvSpPr txBox="1"/>
          <p:nvPr/>
        </p:nvSpPr>
        <p:spPr>
          <a:xfrm>
            <a:off x="203620" y="5306942"/>
            <a:ext cx="16808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rgbClr val="000000"/>
                </a:solidFill>
                <a:latin typeface="等线" panose="02010600030101010101" pitchFamily="2" charset="-122"/>
              </a:rPr>
              <a:t>Lookscope</a:t>
            </a:r>
            <a:endParaRPr lang="zh-CN" altLang="en-US" sz="12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4EC1CB6-DC8D-BE95-9B42-9620C85C2CA0}"/>
              </a:ext>
            </a:extLst>
          </p:cNvPr>
          <p:cNvSpPr txBox="1"/>
          <p:nvPr/>
        </p:nvSpPr>
        <p:spPr>
          <a:xfrm>
            <a:off x="203620" y="4343734"/>
            <a:ext cx="16808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JinJian</a:t>
            </a:r>
            <a:r>
              <a:rPr lang="en-US" altLang="zh-CN" sz="1200" b="0" i="0" u="none" strike="noStrike" baseline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Closet</a:t>
            </a:r>
            <a:endParaRPr lang="zh-CN" altLang="en-US" sz="12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F7D01B3-8362-6E88-E7AD-D8D4F18D4519}"/>
              </a:ext>
            </a:extLst>
          </p:cNvPr>
          <p:cNvSpPr txBox="1"/>
          <p:nvPr/>
        </p:nvSpPr>
        <p:spPr>
          <a:xfrm>
            <a:off x="203620" y="2417318"/>
            <a:ext cx="16808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0" i="0" u="none" strike="noStrike" baseline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Whering: Digital Closet</a:t>
            </a:r>
            <a:endParaRPr lang="zh-CN" altLang="en-US" sz="12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F1BC634-313D-3E88-6847-5A7223F1F323}"/>
              </a:ext>
            </a:extLst>
          </p:cNvPr>
          <p:cNvSpPr txBox="1"/>
          <p:nvPr/>
        </p:nvSpPr>
        <p:spPr>
          <a:xfrm>
            <a:off x="203620" y="3380526"/>
            <a:ext cx="16808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rgbClr val="000000"/>
                </a:solidFill>
                <a:latin typeface="等线" panose="02010600030101010101" pitchFamily="2" charset="-122"/>
              </a:rPr>
              <a:t>Smart Closet</a:t>
            </a:r>
            <a:endParaRPr lang="zh-CN" altLang="en-US" sz="1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8DACAD1-14A2-5EC5-0D6A-94E8319B8FEC}"/>
              </a:ext>
            </a:extLst>
          </p:cNvPr>
          <p:cNvSpPr txBox="1"/>
          <p:nvPr/>
        </p:nvSpPr>
        <p:spPr>
          <a:xfrm rot="16200000">
            <a:off x="780994" y="1042975"/>
            <a:ext cx="5261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0" u="none" strike="noStrike" baseline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APP</a:t>
            </a:r>
            <a:endParaRPr lang="zh-CN" altLang="en-US" sz="1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62CDD90-5CAC-F335-3132-CE68FA6E8211}"/>
              </a:ext>
            </a:extLst>
          </p:cNvPr>
          <p:cNvSpPr txBox="1"/>
          <p:nvPr/>
        </p:nvSpPr>
        <p:spPr>
          <a:xfrm rot="16200000">
            <a:off x="1830866" y="1042975"/>
            <a:ext cx="8976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</a:rPr>
              <a:t>Platform</a:t>
            </a:r>
            <a:endParaRPr lang="zh-CN" altLang="en-US" sz="1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39EB0DF-8D8B-A3A2-A360-19FBA5066505}"/>
              </a:ext>
            </a:extLst>
          </p:cNvPr>
          <p:cNvSpPr txBox="1"/>
          <p:nvPr/>
        </p:nvSpPr>
        <p:spPr>
          <a:xfrm rot="16200000">
            <a:off x="2376791" y="1042975"/>
            <a:ext cx="8141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</a:rPr>
              <a:t>Devices</a:t>
            </a:r>
            <a:endParaRPr lang="zh-CN" altLang="en-US" sz="1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92E2498-1AC9-1477-26AB-E45D3DDCF3E1}"/>
              </a:ext>
            </a:extLst>
          </p:cNvPr>
          <p:cNvSpPr txBox="1"/>
          <p:nvPr/>
        </p:nvSpPr>
        <p:spPr>
          <a:xfrm rot="16200000">
            <a:off x="3319592" y="1042975"/>
            <a:ext cx="13762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  <a:latin typeface="等线" panose="02010600030101010101" pitchFamily="2" charset="-122"/>
              </a:rPr>
              <a:t>Virtual Try-On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04B8F0B-FA59-6799-EE6F-65F3042F6C2E}"/>
              </a:ext>
            </a:extLst>
          </p:cNvPr>
          <p:cNvSpPr txBox="1"/>
          <p:nvPr/>
        </p:nvSpPr>
        <p:spPr>
          <a:xfrm rot="16200000">
            <a:off x="2309693" y="935253"/>
            <a:ext cx="21722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</a:rPr>
              <a:t>Ratings(App Store) /</a:t>
            </a:r>
          </a:p>
          <a:p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</a:rPr>
              <a:t>Downloads(Google Play)</a:t>
            </a:r>
            <a:endParaRPr lang="zh-CN" altLang="en-US" sz="14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E693E3C-CEEE-8AAF-66C2-5C95AF149091}"/>
              </a:ext>
            </a:extLst>
          </p:cNvPr>
          <p:cNvSpPr txBox="1"/>
          <p:nvPr/>
        </p:nvSpPr>
        <p:spPr>
          <a:xfrm rot="16200000">
            <a:off x="3823795" y="1042975"/>
            <a:ext cx="137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</a:rPr>
              <a:t>Try-on History</a:t>
            </a:r>
            <a:endParaRPr lang="zh-CN" altLang="en-US" sz="14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0DA892E-07D2-33DC-95CE-D604ADD6C911}"/>
              </a:ext>
            </a:extLst>
          </p:cNvPr>
          <p:cNvSpPr txBox="1"/>
          <p:nvPr/>
        </p:nvSpPr>
        <p:spPr>
          <a:xfrm rot="16200000">
            <a:off x="4904138" y="935253"/>
            <a:ext cx="1447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</a:rPr>
              <a:t>Weather-based Suggestion</a:t>
            </a:r>
            <a:endParaRPr lang="zh-CN" altLang="en-US" sz="14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BB42382-1E92-65BE-92E3-D76F0DA19449}"/>
              </a:ext>
            </a:extLst>
          </p:cNvPr>
          <p:cNvSpPr txBox="1"/>
          <p:nvPr/>
        </p:nvSpPr>
        <p:spPr>
          <a:xfrm rot="16200000">
            <a:off x="5179479" y="1042975"/>
            <a:ext cx="2121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  <a:latin typeface="等线" panose="02010600030101010101" pitchFamily="2" charset="-122"/>
              </a:rPr>
              <a:t>Wardrobe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</a:rPr>
              <a:t> </a:t>
            </a:r>
            <a:r>
              <a:rPr lang="en-US" altLang="zh-CN" sz="1400" b="1" dirty="0">
                <a:solidFill>
                  <a:srgbClr val="C00000"/>
                </a:solidFill>
                <a:latin typeface="等线" panose="02010600030101010101" pitchFamily="2" charset="-122"/>
              </a:rPr>
              <a:t>Management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9D7EB6B-FF09-E62C-6CCB-1FB27EBD7A7B}"/>
              </a:ext>
            </a:extLst>
          </p:cNvPr>
          <p:cNvSpPr txBox="1"/>
          <p:nvPr/>
        </p:nvSpPr>
        <p:spPr>
          <a:xfrm rot="16200000">
            <a:off x="4075057" y="1042975"/>
            <a:ext cx="18821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  <a:latin typeface="等线" panose="02010600030101010101" pitchFamily="2" charset="-122"/>
              </a:rPr>
              <a:t>AI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</a:rPr>
              <a:t> </a:t>
            </a:r>
            <a:r>
              <a:rPr lang="en-US" altLang="zh-CN" sz="1400" b="1" dirty="0">
                <a:solidFill>
                  <a:srgbClr val="C00000"/>
                </a:solidFill>
                <a:latin typeface="等线" panose="02010600030101010101" pitchFamily="2" charset="-122"/>
              </a:rPr>
              <a:t>Recommendation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2091EF5-2CD6-955E-3100-DF1A6627291C}"/>
              </a:ext>
            </a:extLst>
          </p:cNvPr>
          <p:cNvSpPr txBox="1"/>
          <p:nvPr/>
        </p:nvSpPr>
        <p:spPr>
          <a:xfrm rot="16200000">
            <a:off x="6236356" y="1042975"/>
            <a:ext cx="20240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</a:rPr>
              <a:t>Custom Outfit Storage</a:t>
            </a:r>
            <a:endParaRPr lang="zh-CN" altLang="en-US" sz="14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EB050AE-99CB-25C3-881A-571EC62DE33C}"/>
              </a:ext>
            </a:extLst>
          </p:cNvPr>
          <p:cNvSpPr txBox="1"/>
          <p:nvPr/>
        </p:nvSpPr>
        <p:spPr>
          <a:xfrm rot="16200000">
            <a:off x="8627404" y="935253"/>
            <a:ext cx="14910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</a:rPr>
              <a:t>Calendar-based Outfit Planning</a:t>
            </a:r>
            <a:endParaRPr lang="zh-CN" altLang="en-US" sz="14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CFE7A12-EFFE-9A43-6B2F-4A7FA80D3073}"/>
              </a:ext>
            </a:extLst>
          </p:cNvPr>
          <p:cNvSpPr txBox="1"/>
          <p:nvPr/>
        </p:nvSpPr>
        <p:spPr>
          <a:xfrm rot="16200000">
            <a:off x="7936053" y="1042975"/>
            <a:ext cx="16498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</a:rPr>
              <a:t>Item-level Editing</a:t>
            </a:r>
            <a:endParaRPr lang="zh-CN" altLang="en-US" sz="14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DC565B7-495D-8475-805C-16C6E2DDEBF6}"/>
              </a:ext>
            </a:extLst>
          </p:cNvPr>
          <p:cNvSpPr txBox="1"/>
          <p:nvPr/>
        </p:nvSpPr>
        <p:spPr>
          <a:xfrm rot="16200000">
            <a:off x="7565085" y="1042975"/>
            <a:ext cx="13834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</a:rPr>
              <a:t>Social Sharing</a:t>
            </a:r>
            <a:endParaRPr lang="zh-CN" altLang="en-US" sz="14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26FB042-5215-5E68-559E-25E5913CF159}"/>
              </a:ext>
            </a:extLst>
          </p:cNvPr>
          <p:cNvSpPr txBox="1"/>
          <p:nvPr/>
        </p:nvSpPr>
        <p:spPr>
          <a:xfrm rot="16200000">
            <a:off x="6873994" y="1042975"/>
            <a:ext cx="17571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</a:rPr>
              <a:t>In-app Community</a:t>
            </a:r>
            <a:endParaRPr lang="zh-CN" altLang="en-US" sz="14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DF89174-8E76-9330-5E16-793608805286}"/>
              </a:ext>
            </a:extLst>
          </p:cNvPr>
          <p:cNvSpPr txBox="1"/>
          <p:nvPr/>
        </p:nvSpPr>
        <p:spPr>
          <a:xfrm rot="16200000">
            <a:off x="9352927" y="1042975"/>
            <a:ext cx="12638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</a:rPr>
              <a:t>Brand Search</a:t>
            </a:r>
            <a:endParaRPr lang="zh-CN" altLang="en-US" sz="1400" dirty="0"/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FD780D3F-F08D-1392-1678-A5C5DCD13263}"/>
              </a:ext>
            </a:extLst>
          </p:cNvPr>
          <p:cNvCxnSpPr>
            <a:cxnSpLocks/>
          </p:cNvCxnSpPr>
          <p:nvPr/>
        </p:nvCxnSpPr>
        <p:spPr>
          <a:xfrm>
            <a:off x="2047497" y="121202"/>
            <a:ext cx="0" cy="60527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6A28DB02-22DF-09F7-690B-64D374746C57}"/>
              </a:ext>
            </a:extLst>
          </p:cNvPr>
          <p:cNvSpPr txBox="1"/>
          <p:nvPr/>
        </p:nvSpPr>
        <p:spPr>
          <a:xfrm rot="16200000">
            <a:off x="6087977" y="1042975"/>
            <a:ext cx="13124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  <a:latin typeface="等线" panose="02010600030101010101" pitchFamily="2" charset="-122"/>
              </a:rPr>
              <a:t>Style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</a:rPr>
              <a:t> </a:t>
            </a:r>
            <a:r>
              <a:rPr lang="en-US" altLang="zh-CN" sz="1400" b="1" dirty="0">
                <a:solidFill>
                  <a:srgbClr val="C00000"/>
                </a:solidFill>
                <a:latin typeface="等线" panose="02010600030101010101" pitchFamily="2" charset="-122"/>
              </a:rPr>
              <a:t>Analysis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DB1E9F88-DCBB-06E1-90BC-77821EE5BCCB}"/>
              </a:ext>
            </a:extLst>
          </p:cNvPr>
          <p:cNvCxnSpPr>
            <a:cxnSpLocks/>
          </p:cNvCxnSpPr>
          <p:nvPr/>
        </p:nvCxnSpPr>
        <p:spPr>
          <a:xfrm>
            <a:off x="3734124" y="121202"/>
            <a:ext cx="0" cy="60527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711C44F-A9BC-56C5-431F-71CFD775E114}"/>
              </a:ext>
            </a:extLst>
          </p:cNvPr>
          <p:cNvCxnSpPr>
            <a:cxnSpLocks/>
          </p:cNvCxnSpPr>
          <p:nvPr/>
        </p:nvCxnSpPr>
        <p:spPr>
          <a:xfrm>
            <a:off x="3028848" y="121202"/>
            <a:ext cx="0" cy="60527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9C5BF1A-BB6A-6C8E-192E-1CF985365828}"/>
              </a:ext>
            </a:extLst>
          </p:cNvPr>
          <p:cNvCxnSpPr>
            <a:cxnSpLocks/>
          </p:cNvCxnSpPr>
          <p:nvPr/>
        </p:nvCxnSpPr>
        <p:spPr>
          <a:xfrm>
            <a:off x="2529415" y="121202"/>
            <a:ext cx="0" cy="60527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30562CB3-0634-6EBE-0B07-42C82FB9396A}"/>
              </a:ext>
            </a:extLst>
          </p:cNvPr>
          <p:cNvCxnSpPr>
            <a:cxnSpLocks/>
          </p:cNvCxnSpPr>
          <p:nvPr/>
        </p:nvCxnSpPr>
        <p:spPr>
          <a:xfrm>
            <a:off x="4267012" y="121202"/>
            <a:ext cx="0" cy="60527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3D4F9AB1-5EF4-884F-02BC-9F95C307047F}"/>
              </a:ext>
            </a:extLst>
          </p:cNvPr>
          <p:cNvCxnSpPr>
            <a:cxnSpLocks/>
          </p:cNvCxnSpPr>
          <p:nvPr/>
        </p:nvCxnSpPr>
        <p:spPr>
          <a:xfrm>
            <a:off x="4776845" y="121202"/>
            <a:ext cx="0" cy="60527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36116098-3832-5989-9CB0-3AC0FB827DCF}"/>
              </a:ext>
            </a:extLst>
          </p:cNvPr>
          <p:cNvCxnSpPr>
            <a:cxnSpLocks/>
          </p:cNvCxnSpPr>
          <p:nvPr/>
        </p:nvCxnSpPr>
        <p:spPr>
          <a:xfrm>
            <a:off x="5261916" y="121202"/>
            <a:ext cx="0" cy="60527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B416A19F-B85A-F560-CA37-E46DFB3FD6E4}"/>
              </a:ext>
            </a:extLst>
          </p:cNvPr>
          <p:cNvCxnSpPr>
            <a:cxnSpLocks/>
          </p:cNvCxnSpPr>
          <p:nvPr/>
        </p:nvCxnSpPr>
        <p:spPr>
          <a:xfrm>
            <a:off x="5990760" y="121202"/>
            <a:ext cx="0" cy="60527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9338DEBC-0FA3-5DCD-EC51-48B8857EBEF7}"/>
              </a:ext>
            </a:extLst>
          </p:cNvPr>
          <p:cNvCxnSpPr>
            <a:cxnSpLocks/>
          </p:cNvCxnSpPr>
          <p:nvPr/>
        </p:nvCxnSpPr>
        <p:spPr>
          <a:xfrm>
            <a:off x="6535852" y="121202"/>
            <a:ext cx="0" cy="60527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9B2D01C9-13E6-54FC-A9C4-C9AEE48A263A}"/>
              </a:ext>
            </a:extLst>
          </p:cNvPr>
          <p:cNvCxnSpPr>
            <a:cxnSpLocks/>
          </p:cNvCxnSpPr>
          <p:nvPr/>
        </p:nvCxnSpPr>
        <p:spPr>
          <a:xfrm>
            <a:off x="7005752" y="121202"/>
            <a:ext cx="0" cy="60527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D4015875-A37D-58CC-B7E6-017367ACA66A}"/>
              </a:ext>
            </a:extLst>
          </p:cNvPr>
          <p:cNvCxnSpPr>
            <a:cxnSpLocks/>
          </p:cNvCxnSpPr>
          <p:nvPr/>
        </p:nvCxnSpPr>
        <p:spPr>
          <a:xfrm>
            <a:off x="7520102" y="121202"/>
            <a:ext cx="0" cy="60527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2ACBA332-FC7E-9934-594E-CD7182F8F735}"/>
              </a:ext>
            </a:extLst>
          </p:cNvPr>
          <p:cNvCxnSpPr>
            <a:cxnSpLocks/>
          </p:cNvCxnSpPr>
          <p:nvPr/>
        </p:nvCxnSpPr>
        <p:spPr>
          <a:xfrm>
            <a:off x="8028400" y="121202"/>
            <a:ext cx="0" cy="60527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097C7673-73B8-144F-8BA9-3F5C98C24D80}"/>
              </a:ext>
            </a:extLst>
          </p:cNvPr>
          <p:cNvCxnSpPr>
            <a:cxnSpLocks/>
          </p:cNvCxnSpPr>
          <p:nvPr/>
        </p:nvCxnSpPr>
        <p:spPr>
          <a:xfrm>
            <a:off x="8526550" y="121202"/>
            <a:ext cx="0" cy="60527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F5BFB2B1-5064-348C-1389-D2170F50E1B3}"/>
              </a:ext>
            </a:extLst>
          </p:cNvPr>
          <p:cNvCxnSpPr>
            <a:cxnSpLocks/>
          </p:cNvCxnSpPr>
          <p:nvPr/>
        </p:nvCxnSpPr>
        <p:spPr>
          <a:xfrm>
            <a:off x="9021850" y="121202"/>
            <a:ext cx="0" cy="60527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A7DF59DD-1625-BFC0-4073-0BF1ADA4CC7A}"/>
              </a:ext>
            </a:extLst>
          </p:cNvPr>
          <p:cNvCxnSpPr>
            <a:cxnSpLocks/>
          </p:cNvCxnSpPr>
          <p:nvPr/>
        </p:nvCxnSpPr>
        <p:spPr>
          <a:xfrm>
            <a:off x="9736550" y="121202"/>
            <a:ext cx="0" cy="60527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7B1F7EFC-8472-A4B6-5B64-4B87CCFFF744}"/>
              </a:ext>
            </a:extLst>
          </p:cNvPr>
          <p:cNvCxnSpPr>
            <a:cxnSpLocks/>
          </p:cNvCxnSpPr>
          <p:nvPr/>
        </p:nvCxnSpPr>
        <p:spPr>
          <a:xfrm>
            <a:off x="100229" y="2790975"/>
            <a:ext cx="101395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5850F424-6688-CE87-EA54-40E6153ECC5A}"/>
              </a:ext>
            </a:extLst>
          </p:cNvPr>
          <p:cNvCxnSpPr>
            <a:cxnSpLocks/>
          </p:cNvCxnSpPr>
          <p:nvPr/>
        </p:nvCxnSpPr>
        <p:spPr>
          <a:xfrm>
            <a:off x="100229" y="3278111"/>
            <a:ext cx="101395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59C15997-4650-6276-B485-3284BC95A499}"/>
              </a:ext>
            </a:extLst>
          </p:cNvPr>
          <p:cNvCxnSpPr>
            <a:cxnSpLocks/>
          </p:cNvCxnSpPr>
          <p:nvPr/>
        </p:nvCxnSpPr>
        <p:spPr>
          <a:xfrm>
            <a:off x="100229" y="3765247"/>
            <a:ext cx="101395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3D5AEE30-F671-22A2-704B-A41006C4E525}"/>
              </a:ext>
            </a:extLst>
          </p:cNvPr>
          <p:cNvCxnSpPr>
            <a:cxnSpLocks/>
          </p:cNvCxnSpPr>
          <p:nvPr/>
        </p:nvCxnSpPr>
        <p:spPr>
          <a:xfrm>
            <a:off x="100229" y="4252383"/>
            <a:ext cx="101395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9A7DBFE0-8852-0289-AB61-3683A84A7DEE}"/>
              </a:ext>
            </a:extLst>
          </p:cNvPr>
          <p:cNvCxnSpPr>
            <a:cxnSpLocks/>
          </p:cNvCxnSpPr>
          <p:nvPr/>
        </p:nvCxnSpPr>
        <p:spPr>
          <a:xfrm>
            <a:off x="100229" y="4739519"/>
            <a:ext cx="101395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4B602A19-FD42-F819-322A-163BC6F381D9}"/>
              </a:ext>
            </a:extLst>
          </p:cNvPr>
          <p:cNvCxnSpPr>
            <a:cxnSpLocks/>
          </p:cNvCxnSpPr>
          <p:nvPr/>
        </p:nvCxnSpPr>
        <p:spPr>
          <a:xfrm>
            <a:off x="100229" y="5226655"/>
            <a:ext cx="101395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6A4D7C14-BEE6-B42C-7DFE-AC3D2E342C1B}"/>
              </a:ext>
            </a:extLst>
          </p:cNvPr>
          <p:cNvCxnSpPr>
            <a:cxnSpLocks/>
          </p:cNvCxnSpPr>
          <p:nvPr/>
        </p:nvCxnSpPr>
        <p:spPr>
          <a:xfrm>
            <a:off x="100229" y="5713789"/>
            <a:ext cx="101395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65D6D858-6B34-AA7B-1201-B3C3A17152C0}"/>
              </a:ext>
            </a:extLst>
          </p:cNvPr>
          <p:cNvSpPr txBox="1"/>
          <p:nvPr/>
        </p:nvSpPr>
        <p:spPr>
          <a:xfrm>
            <a:off x="2133114" y="2411451"/>
            <a:ext cx="2935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0" u="none" strike="noStrike" baseline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G</a:t>
            </a:r>
            <a:endParaRPr lang="zh-CN" altLang="en-US" sz="1400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7F986050-CC6D-01E2-CA4E-28C5C96EC4C2}"/>
              </a:ext>
            </a:extLst>
          </p:cNvPr>
          <p:cNvSpPr txBox="1"/>
          <p:nvPr/>
        </p:nvSpPr>
        <p:spPr>
          <a:xfrm>
            <a:off x="2133421" y="4350250"/>
            <a:ext cx="2935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0" u="none" strike="noStrike" baseline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endParaRPr lang="zh-CN" altLang="en-US" sz="1400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169CC800-2F40-F26E-54A2-FB1E73F72933}"/>
              </a:ext>
            </a:extLst>
          </p:cNvPr>
          <p:cNvSpPr txBox="1"/>
          <p:nvPr/>
        </p:nvSpPr>
        <p:spPr>
          <a:xfrm>
            <a:off x="2128054" y="4823176"/>
            <a:ext cx="2935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0" u="none" strike="noStrike" baseline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endParaRPr lang="zh-CN" altLang="en-US" sz="14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2C744BD9-609A-681D-0538-F6A07FC8FEEE}"/>
              </a:ext>
            </a:extLst>
          </p:cNvPr>
          <p:cNvSpPr txBox="1"/>
          <p:nvPr/>
        </p:nvSpPr>
        <p:spPr>
          <a:xfrm>
            <a:off x="2129658" y="5316334"/>
            <a:ext cx="2935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0" u="none" strike="noStrike" baseline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endParaRPr lang="zh-CN" altLang="en-US" sz="14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D07A1C32-5A5B-E5C7-65B8-CF2AAF739CA7}"/>
              </a:ext>
            </a:extLst>
          </p:cNvPr>
          <p:cNvSpPr txBox="1"/>
          <p:nvPr/>
        </p:nvSpPr>
        <p:spPr>
          <a:xfrm>
            <a:off x="2139991" y="5790184"/>
            <a:ext cx="2935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0" u="none" strike="noStrike" baseline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endParaRPr lang="zh-CN" altLang="en-US" sz="1400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FF329170-1ABE-D6FA-84CB-A4BA68B68CD9}"/>
              </a:ext>
            </a:extLst>
          </p:cNvPr>
          <p:cNvSpPr txBox="1"/>
          <p:nvPr/>
        </p:nvSpPr>
        <p:spPr>
          <a:xfrm>
            <a:off x="2125790" y="2890048"/>
            <a:ext cx="2935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0" u="none" strike="noStrike" baseline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G</a:t>
            </a:r>
            <a:endParaRPr lang="zh-CN" altLang="en-US" sz="1400" dirty="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5B2ACE86-ACDC-2B01-0CF0-D433FD085B39}"/>
              </a:ext>
            </a:extLst>
          </p:cNvPr>
          <p:cNvSpPr txBox="1"/>
          <p:nvPr/>
        </p:nvSpPr>
        <p:spPr>
          <a:xfrm>
            <a:off x="2128053" y="3380302"/>
            <a:ext cx="2935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0" u="none" strike="noStrike" baseline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G</a:t>
            </a:r>
            <a:endParaRPr lang="zh-CN" altLang="en-US" sz="1400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7B612C0E-4774-EE94-EF39-5F66402AC415}"/>
              </a:ext>
            </a:extLst>
          </p:cNvPr>
          <p:cNvSpPr txBox="1"/>
          <p:nvPr/>
        </p:nvSpPr>
        <p:spPr>
          <a:xfrm>
            <a:off x="2133421" y="3864896"/>
            <a:ext cx="2935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0" u="none" strike="noStrike" baseline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G</a:t>
            </a:r>
            <a:endParaRPr lang="zh-CN" altLang="en-US" sz="1400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C9234033-942A-8E51-9A2C-55AB1E0A015E}"/>
              </a:ext>
            </a:extLst>
          </p:cNvPr>
          <p:cNvSpPr txBox="1"/>
          <p:nvPr/>
        </p:nvSpPr>
        <p:spPr>
          <a:xfrm>
            <a:off x="2635620" y="2411451"/>
            <a:ext cx="2935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endParaRPr lang="zh-CN" altLang="en-US" sz="1400" dirty="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435D404A-6816-C839-9C2D-E65216B6C00C}"/>
              </a:ext>
            </a:extLst>
          </p:cNvPr>
          <p:cNvSpPr txBox="1"/>
          <p:nvPr/>
        </p:nvSpPr>
        <p:spPr>
          <a:xfrm>
            <a:off x="2635927" y="4350250"/>
            <a:ext cx="2935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endParaRPr lang="zh-CN" altLang="en-US" sz="1400" dirty="0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6ED28A0-8ACC-14FB-72A8-0AC150DE0DF1}"/>
              </a:ext>
            </a:extLst>
          </p:cNvPr>
          <p:cNvSpPr txBox="1"/>
          <p:nvPr/>
        </p:nvSpPr>
        <p:spPr>
          <a:xfrm>
            <a:off x="2630560" y="4823176"/>
            <a:ext cx="2935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endParaRPr lang="zh-CN" altLang="en-US" sz="1400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502FF1EF-AEB1-207B-6AD6-7303F617BA28}"/>
              </a:ext>
            </a:extLst>
          </p:cNvPr>
          <p:cNvSpPr txBox="1"/>
          <p:nvPr/>
        </p:nvSpPr>
        <p:spPr>
          <a:xfrm>
            <a:off x="2632164" y="5316334"/>
            <a:ext cx="2935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0" u="none" strike="noStrike" baseline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endParaRPr lang="zh-CN" altLang="en-US" sz="1400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3E089F53-9D4D-D0E0-7509-54DE33A13649}"/>
              </a:ext>
            </a:extLst>
          </p:cNvPr>
          <p:cNvSpPr txBox="1"/>
          <p:nvPr/>
        </p:nvSpPr>
        <p:spPr>
          <a:xfrm>
            <a:off x="2642497" y="5790184"/>
            <a:ext cx="2935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0" u="none" strike="noStrike" baseline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endParaRPr lang="zh-CN" altLang="en-US" sz="1400" dirty="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02A353C6-D12D-5120-7CEB-E9AFD6B49DD9}"/>
              </a:ext>
            </a:extLst>
          </p:cNvPr>
          <p:cNvSpPr txBox="1"/>
          <p:nvPr/>
        </p:nvSpPr>
        <p:spPr>
          <a:xfrm>
            <a:off x="2628296" y="2890048"/>
            <a:ext cx="2935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endParaRPr lang="zh-CN" altLang="en-US" sz="1400" dirty="0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20567EFE-0992-5CED-5871-5BF193A32095}"/>
              </a:ext>
            </a:extLst>
          </p:cNvPr>
          <p:cNvSpPr txBox="1"/>
          <p:nvPr/>
        </p:nvSpPr>
        <p:spPr>
          <a:xfrm>
            <a:off x="2630559" y="3380302"/>
            <a:ext cx="2935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endParaRPr lang="zh-CN" altLang="en-US" sz="1400" dirty="0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30122596-9AA8-F665-A91F-186043D73E3E}"/>
              </a:ext>
            </a:extLst>
          </p:cNvPr>
          <p:cNvSpPr txBox="1"/>
          <p:nvPr/>
        </p:nvSpPr>
        <p:spPr>
          <a:xfrm>
            <a:off x="2635927" y="3864896"/>
            <a:ext cx="2935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0" u="none" strike="noStrike" baseline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/</a:t>
            </a:r>
            <a:endParaRPr lang="zh-CN" altLang="en-US" sz="1400" dirty="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A01D979A-7692-EEBF-C3B5-C594D4206429}"/>
              </a:ext>
            </a:extLst>
          </p:cNvPr>
          <p:cNvSpPr txBox="1"/>
          <p:nvPr/>
        </p:nvSpPr>
        <p:spPr>
          <a:xfrm>
            <a:off x="3083802" y="2411451"/>
            <a:ext cx="618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1M+</a:t>
            </a:r>
            <a:endParaRPr lang="zh-CN" altLang="en-US" sz="1400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6B0C01EC-BD25-C3B9-CEA0-8BDBB0D81FA9}"/>
              </a:ext>
            </a:extLst>
          </p:cNvPr>
          <p:cNvSpPr txBox="1"/>
          <p:nvPr/>
        </p:nvSpPr>
        <p:spPr>
          <a:xfrm>
            <a:off x="3087008" y="2890048"/>
            <a:ext cx="618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1M+</a:t>
            </a:r>
            <a:endParaRPr lang="zh-CN" altLang="en-US" sz="1400" dirty="0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C91D787F-F3A8-3472-A9B1-BF66EA5BFB02}"/>
              </a:ext>
            </a:extLst>
          </p:cNvPr>
          <p:cNvSpPr txBox="1"/>
          <p:nvPr/>
        </p:nvSpPr>
        <p:spPr>
          <a:xfrm>
            <a:off x="3083802" y="3380302"/>
            <a:ext cx="618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1M+</a:t>
            </a:r>
            <a:endParaRPr lang="zh-CN" altLang="en-US" sz="1400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11EB4317-9421-2F8F-2F63-E7FCA8143CE4}"/>
              </a:ext>
            </a:extLst>
          </p:cNvPr>
          <p:cNvSpPr txBox="1"/>
          <p:nvPr/>
        </p:nvSpPr>
        <p:spPr>
          <a:xfrm>
            <a:off x="3083802" y="3864896"/>
            <a:ext cx="618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1K+</a:t>
            </a:r>
            <a:endParaRPr lang="zh-CN" altLang="en-US" sz="1400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CF03EF6F-C907-223F-D7A3-155B8F415F42}"/>
              </a:ext>
            </a:extLst>
          </p:cNvPr>
          <p:cNvSpPr txBox="1"/>
          <p:nvPr/>
        </p:nvSpPr>
        <p:spPr>
          <a:xfrm>
            <a:off x="3083802" y="4350250"/>
            <a:ext cx="618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22K</a:t>
            </a:r>
            <a:endParaRPr lang="zh-CN" altLang="en-US" sz="1400" dirty="0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CE06C531-0082-318F-E945-9DD54BB4D4EB}"/>
              </a:ext>
            </a:extLst>
          </p:cNvPr>
          <p:cNvSpPr txBox="1"/>
          <p:nvPr/>
        </p:nvSpPr>
        <p:spPr>
          <a:xfrm>
            <a:off x="3083802" y="4823176"/>
            <a:ext cx="618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933</a:t>
            </a:r>
            <a:endParaRPr lang="zh-CN" altLang="en-US" sz="1400" dirty="0"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96D83359-E3C7-78FE-3BFB-AA04302D4220}"/>
              </a:ext>
            </a:extLst>
          </p:cNvPr>
          <p:cNvSpPr txBox="1"/>
          <p:nvPr/>
        </p:nvSpPr>
        <p:spPr>
          <a:xfrm>
            <a:off x="3083802" y="5316334"/>
            <a:ext cx="618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16</a:t>
            </a:r>
            <a:endParaRPr lang="zh-CN" altLang="en-US" sz="1400" dirty="0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055C442B-78A5-2960-9DB6-1EE28C6D2C11}"/>
              </a:ext>
            </a:extLst>
          </p:cNvPr>
          <p:cNvSpPr txBox="1"/>
          <p:nvPr/>
        </p:nvSpPr>
        <p:spPr>
          <a:xfrm>
            <a:off x="3072165" y="5790184"/>
            <a:ext cx="618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endParaRPr lang="zh-CN" altLang="en-US" sz="1400" dirty="0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77B28B06-25F5-06A4-7DAD-57A617737D78}"/>
              </a:ext>
            </a:extLst>
          </p:cNvPr>
          <p:cNvSpPr txBox="1"/>
          <p:nvPr/>
        </p:nvSpPr>
        <p:spPr>
          <a:xfrm>
            <a:off x="6062514" y="2380673"/>
            <a:ext cx="401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</a:rPr>
              <a:t>√</a:t>
            </a:r>
            <a:endParaRPr lang="zh-CN" altLang="en-US" dirty="0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C9838122-3306-0888-EEC3-BECC6580A32B}"/>
              </a:ext>
            </a:extLst>
          </p:cNvPr>
          <p:cNvSpPr txBox="1"/>
          <p:nvPr/>
        </p:nvSpPr>
        <p:spPr>
          <a:xfrm>
            <a:off x="6575335" y="2380673"/>
            <a:ext cx="401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</a:rPr>
              <a:t>√</a:t>
            </a:r>
            <a:endParaRPr lang="zh-CN" altLang="en-US" dirty="0"/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29C36D30-F9D0-C1FD-0A88-6014DF0AE086}"/>
              </a:ext>
            </a:extLst>
          </p:cNvPr>
          <p:cNvSpPr txBox="1"/>
          <p:nvPr/>
        </p:nvSpPr>
        <p:spPr>
          <a:xfrm>
            <a:off x="7588553" y="2380673"/>
            <a:ext cx="401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</a:rPr>
              <a:t>√</a:t>
            </a:r>
            <a:endParaRPr lang="zh-CN" altLang="en-US" dirty="0"/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EFEE8503-D5D7-CA7A-CC0E-2C22B4643257}"/>
              </a:ext>
            </a:extLst>
          </p:cNvPr>
          <p:cNvSpPr txBox="1"/>
          <p:nvPr/>
        </p:nvSpPr>
        <p:spPr>
          <a:xfrm>
            <a:off x="9171047" y="2380673"/>
            <a:ext cx="401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</a:rPr>
              <a:t>√</a:t>
            </a:r>
            <a:endParaRPr lang="zh-CN" altLang="en-US" dirty="0"/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1ABD4210-1008-C77A-0729-9D9612C37810}"/>
              </a:ext>
            </a:extLst>
          </p:cNvPr>
          <p:cNvSpPr txBox="1"/>
          <p:nvPr/>
        </p:nvSpPr>
        <p:spPr>
          <a:xfrm>
            <a:off x="9845888" y="2859270"/>
            <a:ext cx="401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</a:rPr>
              <a:t>√</a:t>
            </a:r>
            <a:endParaRPr lang="zh-CN" altLang="en-US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450FE042-10DB-692D-5E9F-951B162AA500}"/>
              </a:ext>
            </a:extLst>
          </p:cNvPr>
          <p:cNvSpPr txBox="1"/>
          <p:nvPr/>
        </p:nvSpPr>
        <p:spPr>
          <a:xfrm>
            <a:off x="9845888" y="3349524"/>
            <a:ext cx="401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</a:rPr>
              <a:t>√</a:t>
            </a:r>
            <a:endParaRPr lang="zh-CN" altLang="en-US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2AD33BA3-95A0-5BFD-84EB-E87CD6E2562C}"/>
              </a:ext>
            </a:extLst>
          </p:cNvPr>
          <p:cNvSpPr txBox="1"/>
          <p:nvPr/>
        </p:nvSpPr>
        <p:spPr>
          <a:xfrm>
            <a:off x="9171047" y="2859270"/>
            <a:ext cx="401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</a:rPr>
              <a:t>√</a:t>
            </a:r>
            <a:endParaRPr lang="zh-CN" altLang="en-US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D2EC7F50-2B57-523F-A48F-A8A0E882A4EF}"/>
              </a:ext>
            </a:extLst>
          </p:cNvPr>
          <p:cNvSpPr txBox="1"/>
          <p:nvPr/>
        </p:nvSpPr>
        <p:spPr>
          <a:xfrm>
            <a:off x="9171047" y="3349524"/>
            <a:ext cx="401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</a:rPr>
              <a:t>√</a:t>
            </a:r>
            <a:endParaRPr lang="zh-CN" altLang="en-US" dirty="0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1F0487E6-9121-B036-EE51-1655AC5D5695}"/>
              </a:ext>
            </a:extLst>
          </p:cNvPr>
          <p:cNvSpPr txBox="1"/>
          <p:nvPr/>
        </p:nvSpPr>
        <p:spPr>
          <a:xfrm>
            <a:off x="9171047" y="4319472"/>
            <a:ext cx="401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</a:rPr>
              <a:t>√</a:t>
            </a:r>
            <a:endParaRPr lang="zh-CN" altLang="en-US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3CE38D70-7E75-2105-9E77-27F117C42340}"/>
              </a:ext>
            </a:extLst>
          </p:cNvPr>
          <p:cNvSpPr txBox="1"/>
          <p:nvPr/>
        </p:nvSpPr>
        <p:spPr>
          <a:xfrm>
            <a:off x="9171047" y="4792398"/>
            <a:ext cx="401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</a:rPr>
              <a:t>√</a:t>
            </a:r>
            <a:endParaRPr lang="zh-CN" altLang="en-US" dirty="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765F3CB-55D5-9C57-9281-409F9FC272A6}"/>
              </a:ext>
            </a:extLst>
          </p:cNvPr>
          <p:cNvSpPr txBox="1"/>
          <p:nvPr/>
        </p:nvSpPr>
        <p:spPr>
          <a:xfrm>
            <a:off x="8566122" y="5285556"/>
            <a:ext cx="401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</a:rPr>
              <a:t>√</a:t>
            </a:r>
            <a:endParaRPr lang="zh-CN" altLang="en-US" dirty="0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62CADD72-E183-6BED-9AAA-C96ACCB9A55B}"/>
              </a:ext>
            </a:extLst>
          </p:cNvPr>
          <p:cNvSpPr txBox="1"/>
          <p:nvPr/>
        </p:nvSpPr>
        <p:spPr>
          <a:xfrm>
            <a:off x="8566122" y="4319472"/>
            <a:ext cx="401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</a:rPr>
              <a:t>√</a:t>
            </a:r>
            <a:endParaRPr lang="zh-CN" altLang="en-US" dirty="0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C539F879-0E1F-3488-EBEE-10A8E394CA50}"/>
              </a:ext>
            </a:extLst>
          </p:cNvPr>
          <p:cNvSpPr txBox="1"/>
          <p:nvPr/>
        </p:nvSpPr>
        <p:spPr>
          <a:xfrm>
            <a:off x="8566122" y="3349524"/>
            <a:ext cx="401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</a:rPr>
              <a:t>√</a:t>
            </a:r>
            <a:endParaRPr lang="zh-CN" altLang="en-US" dirty="0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D4283F9B-3025-CA08-7C0C-4B69F89DAAE8}"/>
              </a:ext>
            </a:extLst>
          </p:cNvPr>
          <p:cNvSpPr txBox="1"/>
          <p:nvPr/>
        </p:nvSpPr>
        <p:spPr>
          <a:xfrm>
            <a:off x="8066731" y="3349524"/>
            <a:ext cx="401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</a:rPr>
              <a:t>√</a:t>
            </a:r>
            <a:endParaRPr lang="zh-CN" altLang="en-US" dirty="0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8895B922-E223-1DAF-666B-2504F30F8438}"/>
              </a:ext>
            </a:extLst>
          </p:cNvPr>
          <p:cNvSpPr txBox="1"/>
          <p:nvPr/>
        </p:nvSpPr>
        <p:spPr>
          <a:xfrm>
            <a:off x="7588553" y="2859270"/>
            <a:ext cx="401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</a:rPr>
              <a:t>√</a:t>
            </a:r>
            <a:endParaRPr lang="zh-CN" altLang="en-US" dirty="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0529A943-74C1-7919-4DB6-B39EAB3B1E5E}"/>
              </a:ext>
            </a:extLst>
          </p:cNvPr>
          <p:cNvSpPr txBox="1"/>
          <p:nvPr/>
        </p:nvSpPr>
        <p:spPr>
          <a:xfrm>
            <a:off x="7052933" y="2859270"/>
            <a:ext cx="401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</a:rPr>
              <a:t>√</a:t>
            </a:r>
            <a:endParaRPr lang="zh-CN" altLang="en-US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F1678E99-29DD-B42D-387A-3B6E12912206}"/>
              </a:ext>
            </a:extLst>
          </p:cNvPr>
          <p:cNvSpPr txBox="1"/>
          <p:nvPr/>
        </p:nvSpPr>
        <p:spPr>
          <a:xfrm>
            <a:off x="7052933" y="4319472"/>
            <a:ext cx="401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</a:rPr>
              <a:t>√</a:t>
            </a:r>
            <a:endParaRPr lang="zh-CN" altLang="en-US" dirty="0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8B02A7E5-3ACB-DFED-42EA-630E8A47556B}"/>
              </a:ext>
            </a:extLst>
          </p:cNvPr>
          <p:cNvSpPr txBox="1"/>
          <p:nvPr/>
        </p:nvSpPr>
        <p:spPr>
          <a:xfrm>
            <a:off x="7052933" y="5285556"/>
            <a:ext cx="401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</a:rPr>
              <a:t>√</a:t>
            </a:r>
            <a:endParaRPr lang="zh-CN" altLang="en-US" dirty="0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18E40EF1-D7DA-7E24-D2AD-95417D64E0E2}"/>
              </a:ext>
            </a:extLst>
          </p:cNvPr>
          <p:cNvSpPr txBox="1"/>
          <p:nvPr/>
        </p:nvSpPr>
        <p:spPr>
          <a:xfrm>
            <a:off x="6575335" y="2859270"/>
            <a:ext cx="401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</a:rPr>
              <a:t>√</a:t>
            </a:r>
            <a:endParaRPr lang="zh-CN" altLang="en-US" dirty="0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01B91BA5-C46F-D3FA-82D9-A929317E32AC}"/>
              </a:ext>
            </a:extLst>
          </p:cNvPr>
          <p:cNvSpPr txBox="1"/>
          <p:nvPr/>
        </p:nvSpPr>
        <p:spPr>
          <a:xfrm>
            <a:off x="6575335" y="3349524"/>
            <a:ext cx="401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</a:rPr>
              <a:t>√</a:t>
            </a:r>
            <a:endParaRPr lang="zh-CN" altLang="en-US" dirty="0"/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3A3C28F-A7E7-17FD-09C9-4939BAC28372}"/>
              </a:ext>
            </a:extLst>
          </p:cNvPr>
          <p:cNvSpPr txBox="1"/>
          <p:nvPr/>
        </p:nvSpPr>
        <p:spPr>
          <a:xfrm>
            <a:off x="6575335" y="4319472"/>
            <a:ext cx="401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</a:rPr>
              <a:t>√</a:t>
            </a:r>
            <a:endParaRPr lang="zh-CN" altLang="en-US" dirty="0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F1DEE660-7368-0500-770F-4DF282947CDB}"/>
              </a:ext>
            </a:extLst>
          </p:cNvPr>
          <p:cNvSpPr txBox="1"/>
          <p:nvPr/>
        </p:nvSpPr>
        <p:spPr>
          <a:xfrm>
            <a:off x="6575335" y="4792398"/>
            <a:ext cx="401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</a:rPr>
              <a:t>√</a:t>
            </a:r>
            <a:endParaRPr lang="zh-CN" altLang="en-US" dirty="0"/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519CE9F6-A990-6AB4-906E-FB6DF6563310}"/>
              </a:ext>
            </a:extLst>
          </p:cNvPr>
          <p:cNvSpPr txBox="1"/>
          <p:nvPr/>
        </p:nvSpPr>
        <p:spPr>
          <a:xfrm>
            <a:off x="6062514" y="2859270"/>
            <a:ext cx="401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</a:rPr>
              <a:t>√</a:t>
            </a:r>
            <a:endParaRPr lang="zh-CN" altLang="en-US" dirty="0"/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E813C7E5-6B5B-4B32-BE8F-EBF9A52B72AC}"/>
              </a:ext>
            </a:extLst>
          </p:cNvPr>
          <p:cNvSpPr txBox="1"/>
          <p:nvPr/>
        </p:nvSpPr>
        <p:spPr>
          <a:xfrm>
            <a:off x="6062514" y="3349524"/>
            <a:ext cx="401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</a:rPr>
              <a:t>√</a:t>
            </a:r>
            <a:endParaRPr lang="zh-CN" altLang="en-US" dirty="0"/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6BE95061-A791-7707-ED4B-0D4B3941BF0A}"/>
              </a:ext>
            </a:extLst>
          </p:cNvPr>
          <p:cNvSpPr txBox="1"/>
          <p:nvPr/>
        </p:nvSpPr>
        <p:spPr>
          <a:xfrm>
            <a:off x="6062514" y="4319472"/>
            <a:ext cx="401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</a:rPr>
              <a:t>√</a:t>
            </a:r>
            <a:endParaRPr lang="zh-CN" altLang="en-US" dirty="0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15C37CAB-1048-278B-A1FB-A654293456B7}"/>
              </a:ext>
            </a:extLst>
          </p:cNvPr>
          <p:cNvSpPr txBox="1"/>
          <p:nvPr/>
        </p:nvSpPr>
        <p:spPr>
          <a:xfrm>
            <a:off x="6062514" y="4792398"/>
            <a:ext cx="401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</a:rPr>
              <a:t>√</a:t>
            </a:r>
            <a:endParaRPr lang="zh-CN" altLang="en-US" dirty="0"/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9D91C8A6-17FB-CC03-CE41-D9A7938544F1}"/>
              </a:ext>
            </a:extLst>
          </p:cNvPr>
          <p:cNvSpPr txBox="1"/>
          <p:nvPr/>
        </p:nvSpPr>
        <p:spPr>
          <a:xfrm>
            <a:off x="6062514" y="5285556"/>
            <a:ext cx="401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</a:rPr>
              <a:t>√</a:t>
            </a:r>
            <a:endParaRPr lang="zh-CN" altLang="en-US" dirty="0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E9218817-119A-3C1C-1305-D648C9F242E5}"/>
              </a:ext>
            </a:extLst>
          </p:cNvPr>
          <p:cNvSpPr txBox="1"/>
          <p:nvPr/>
        </p:nvSpPr>
        <p:spPr>
          <a:xfrm>
            <a:off x="5413476" y="2859270"/>
            <a:ext cx="401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</a:rPr>
              <a:t>√</a:t>
            </a:r>
            <a:endParaRPr lang="zh-CN" altLang="en-US" dirty="0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CC727D01-0649-6EC0-EAA8-A9C6E49C6F73}"/>
              </a:ext>
            </a:extLst>
          </p:cNvPr>
          <p:cNvSpPr txBox="1"/>
          <p:nvPr/>
        </p:nvSpPr>
        <p:spPr>
          <a:xfrm>
            <a:off x="5413476" y="4792398"/>
            <a:ext cx="401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</a:rPr>
              <a:t>√</a:t>
            </a:r>
            <a:endParaRPr lang="zh-CN" altLang="en-US" dirty="0"/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687C9998-69EE-DC36-A6DF-534708E37838}"/>
              </a:ext>
            </a:extLst>
          </p:cNvPr>
          <p:cNvSpPr txBox="1"/>
          <p:nvPr/>
        </p:nvSpPr>
        <p:spPr>
          <a:xfrm>
            <a:off x="3784546" y="3834118"/>
            <a:ext cx="401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</a:rPr>
              <a:t>√</a:t>
            </a:r>
            <a:endParaRPr lang="zh-CN" altLang="en-US" dirty="0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55D1D412-0C51-E399-8C62-8C5D45A49371}"/>
              </a:ext>
            </a:extLst>
          </p:cNvPr>
          <p:cNvSpPr txBox="1"/>
          <p:nvPr/>
        </p:nvSpPr>
        <p:spPr>
          <a:xfrm>
            <a:off x="3765511" y="5759406"/>
            <a:ext cx="401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</a:rPr>
              <a:t>√</a:t>
            </a:r>
            <a:endParaRPr lang="zh-CN" altLang="en-US" dirty="0"/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9BBFEB28-D28A-E2E1-2033-B3BC711B4BC8}"/>
              </a:ext>
            </a:extLst>
          </p:cNvPr>
          <p:cNvSpPr txBox="1"/>
          <p:nvPr/>
        </p:nvSpPr>
        <p:spPr>
          <a:xfrm>
            <a:off x="4322100" y="5759406"/>
            <a:ext cx="401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</a:rPr>
              <a:t>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2676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</TotalTime>
  <Words>121</Words>
  <Application>Microsoft Office PowerPoint</Application>
  <PresentationFormat>自定义</PresentationFormat>
  <Paragraphs>81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Haochen WANG (20618015)</dc:creator>
  <cp:lastModifiedBy>Haochen WANG (20618015)</cp:lastModifiedBy>
  <cp:revision>5</cp:revision>
  <dcterms:created xsi:type="dcterms:W3CDTF">2025-11-28T20:33:48Z</dcterms:created>
  <dcterms:modified xsi:type="dcterms:W3CDTF">2025-12-03T18:33:12Z</dcterms:modified>
</cp:coreProperties>
</file>